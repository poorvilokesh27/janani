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91" r:id="rId2"/>
  </p:sldMasterIdLst>
  <p:notesMasterIdLst>
    <p:notesMasterId r:id="rId14"/>
  </p:notesMasterIdLst>
  <p:sldIdLst>
    <p:sldId id="386" r:id="rId3"/>
    <p:sldId id="380" r:id="rId4"/>
    <p:sldId id="387" r:id="rId5"/>
    <p:sldId id="388" r:id="rId6"/>
    <p:sldId id="389" r:id="rId7"/>
    <p:sldId id="397" r:id="rId8"/>
    <p:sldId id="390" r:id="rId9"/>
    <p:sldId id="394" r:id="rId10"/>
    <p:sldId id="398" r:id="rId11"/>
    <p:sldId id="396" r:id="rId12"/>
    <p:sldId id="385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DDEDF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1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866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837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6470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0293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1310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021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02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067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7002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18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3205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82741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06130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262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3848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65259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08574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2554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43739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4797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9264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5044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28111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39048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91395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3020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772066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403969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12207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80807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67086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6927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04016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930661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78471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1" y="1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810931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51222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89596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790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064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6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DDEDF"/>
            </a:gs>
            <a:gs pos="0">
              <a:srgbClr val="FFFF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0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1679026B-9887-4CF3-8510-F143C88E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343" y="5621"/>
            <a:ext cx="6934201" cy="106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C1438EC2-6899-45B9-854F-26F54A6C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229" y="2355431"/>
            <a:ext cx="7010400" cy="539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77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2pPr>
            <a:lvl3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3pPr>
            <a:lvl4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4pPr>
            <a:lvl5pPr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panose="020B0604020202020204" pitchFamily="34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5pPr>
            <a:lvl6pPr marL="457189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6pPr>
            <a:lvl7pPr marL="914377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7pPr>
            <a:lvl8pPr marL="1371566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8pPr>
            <a:lvl9pPr marL="1828754" algn="l" defTabSz="457189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Arial" charset="0"/>
              <a:defRPr sz="3000" b="1">
                <a:solidFill>
                  <a:srgbClr val="FFFFFF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Arial"/>
              </a:rPr>
              <a:t>Project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B97C-39AC-4F38-839C-97B26E38574C}"/>
              </a:ext>
            </a:extLst>
          </p:cNvPr>
          <p:cNvSpPr txBox="1"/>
          <p:nvPr/>
        </p:nvSpPr>
        <p:spPr>
          <a:xfrm>
            <a:off x="2324230" y="5517004"/>
            <a:ext cx="76068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AI&amp;ML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A4456-D45E-4B39-9A91-11DF8DEB01DA}"/>
              </a:ext>
            </a:extLst>
          </p:cNvPr>
          <p:cNvSpPr txBox="1"/>
          <p:nvPr/>
        </p:nvSpPr>
        <p:spPr>
          <a:xfrm>
            <a:off x="506026" y="1084052"/>
            <a:ext cx="11221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Machine Learning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0BE9812B-5AE3-4E2A-A6C7-28317F3C5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681198"/>
              </p:ext>
            </p:extLst>
          </p:nvPr>
        </p:nvGraphicFramePr>
        <p:xfrm>
          <a:off x="1753340" y="3308778"/>
          <a:ext cx="872674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687">
                  <a:extLst>
                    <a:ext uri="{9D8B030D-6E8A-4147-A177-3AD203B41FA5}">
                      <a16:colId xmlns:a16="http://schemas.microsoft.com/office/drawing/2014/main" val="18927778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523957047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905113929"/>
                    </a:ext>
                  </a:extLst>
                </a:gridCol>
                <a:gridCol w="2181687">
                  <a:extLst>
                    <a:ext uri="{9D8B030D-6E8A-4147-A177-3AD203B41FA5}">
                      <a16:colId xmlns:a16="http://schemas.microsoft.com/office/drawing/2014/main" val="2887628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Student Name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USN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Section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Group no </a:t>
                      </a:r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839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26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480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4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18232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07940" y="1728943"/>
            <a:ext cx="90429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1BSOP308</a:t>
            </a:r>
            <a:r>
              <a:rPr lang="en-US" sz="2000" b="1" i="1" dirty="0">
                <a:solidFill>
                  <a:srgbClr val="FF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Societal Project zero phase Presentation </a:t>
            </a:r>
            <a:endParaRPr lang="en-IN" sz="2000" b="1" i="1" dirty="0">
              <a:solidFill>
                <a:srgbClr val="FF000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95127" y="2894720"/>
            <a:ext cx="1963838" cy="376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Date: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4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C38CEF-7F08-499E-96E1-BFB16D2DF889}"/>
              </a:ext>
            </a:extLst>
          </p:cNvPr>
          <p:cNvSpPr txBox="1"/>
          <p:nvPr/>
        </p:nvSpPr>
        <p:spPr>
          <a:xfrm>
            <a:off x="912799" y="542519"/>
            <a:ext cx="3260367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en-US" altLang="zh-CN" sz="4000" b="1" dirty="0">
                <a:cs typeface="+mn-ea"/>
                <a:sym typeface="+mn-lt"/>
              </a:rPr>
              <a:t>CONTENTS</a:t>
            </a:r>
            <a:endParaRPr lang="zh-CN" altLang="en-US" sz="4000" b="1" dirty="0">
              <a:cs typeface="+mn-ea"/>
              <a:sym typeface="+mn-lt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cs typeface="+mn-ea"/>
                <a:sym typeface="+mn-lt"/>
              </a:rPr>
              <a:t>http://www.1ppt.com/hangye/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3DADD-73F4-4752-86F9-A1FAD89C8F4C}"/>
              </a:ext>
            </a:extLst>
          </p:cNvPr>
          <p:cNvSpPr txBox="1"/>
          <p:nvPr/>
        </p:nvSpPr>
        <p:spPr>
          <a:xfrm>
            <a:off x="746342" y="1646973"/>
            <a:ext cx="6356410" cy="382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marR="0" lvl="0" indent="-457189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57189" marR="0" lvl="0" indent="-457189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/ Need for the Project</a:t>
            </a:r>
          </a:p>
          <a:p>
            <a:pPr marL="457189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dirty="0"/>
              <a:t>Existing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/Objectives</a:t>
            </a: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plan/Next step</a:t>
            </a:r>
          </a:p>
          <a:p>
            <a:pPr marL="457189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dirty="0"/>
              <a:t>Applications of the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89" lvl="0" indent="-457189" defTabSz="91440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goals mapped with the project 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56684" y="6262215"/>
            <a:ext cx="16979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Dept of AI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&amp;</a:t>
            </a:r>
            <a:r>
              <a:rPr dirty="0">
                <a:latin typeface="Angsana New" panose="02020603050405020304" pitchFamily="18" charset="-34"/>
                <a:cs typeface="Angsana New" panose="02020603050405020304" pitchFamily="18" charset="-34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43009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74A9F-4BB0-4138-BC35-4C5A5F9B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latin typeface="Arial"/>
                <a:cs typeface="Arial"/>
              </a:rPr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46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DD76CB-E0D0-4DD9-BDD7-6C630EA6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US" altLang="en-US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33388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C7C919-FA73-4723-BE1C-E007D0A87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Background/Need for the Project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880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07D9-F1E1-AF26-538D-CD9C56B8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90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B722B6-A021-4B87-B465-1554987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defRPr/>
            </a:pPr>
            <a:r>
              <a:rPr lang="en-IN" dirty="0"/>
              <a:t>Objectives/Proposed Idea</a:t>
            </a: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23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7084" y="6172200"/>
            <a:ext cx="19178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Dept</a:t>
            </a:r>
            <a:r>
              <a:rPr lang="en-US" dirty="0"/>
              <a:t>.</a:t>
            </a:r>
            <a:r>
              <a:rPr dirty="0"/>
              <a:t> of AI</a:t>
            </a:r>
            <a:r>
              <a:rPr lang="en-US" dirty="0"/>
              <a:t>&amp;</a:t>
            </a:r>
            <a:r>
              <a:rPr dirty="0"/>
              <a:t>ML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DE4BF6-0E61-4153-955A-688BA6F9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189" lvl="0" indent="-457189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FF9933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plan/Next step</a:t>
            </a:r>
          </a:p>
        </p:txBody>
      </p:sp>
    </p:spTree>
    <p:extLst>
      <p:ext uri="{BB962C8B-B14F-4D97-AF65-F5344CB8AC3E}">
        <p14:creationId xmlns:p14="http://schemas.microsoft.com/office/powerpoint/2010/main" val="2723750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F840-AD26-535C-1FCF-54030687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the Project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2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83A2-73FA-492A-9641-BA9ECAD3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latin typeface="Arial"/>
                <a:cs typeface="Arial"/>
              </a:rPr>
              <a:t>SDG goals mapped with the project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074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B4AEC3A-22F6-430C-BDE8-4342A5F1CA0C}"/>
              </a:ext>
            </a:extLst>
          </p:cNvPr>
          <p:cNvSpPr txBox="1"/>
          <p:nvPr/>
        </p:nvSpPr>
        <p:spPr>
          <a:xfrm>
            <a:off x="837288" y="2553492"/>
            <a:ext cx="8521316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8000" b="1" dirty="0">
                <a:solidFill>
                  <a:schemeClr val="accent1"/>
                </a:solidFill>
                <a:cs typeface="+mn-ea"/>
                <a:sym typeface="+mn-lt"/>
              </a:rPr>
              <a:t>      Thank You</a:t>
            </a:r>
            <a:endParaRPr lang="zh-CN" altLang="en-US" sz="8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6099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www.freeppt7.com">
  <a:themeElements>
    <a:clrScheme name="自定义 415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59E"/>
      </a:accent1>
      <a:accent2>
        <a:srgbClr val="0B4F73"/>
      </a:accent2>
      <a:accent3>
        <a:srgbClr val="1798BB"/>
      </a:accent3>
      <a:accent4>
        <a:srgbClr val="00759E"/>
      </a:accent4>
      <a:accent5>
        <a:srgbClr val="0B4F73"/>
      </a:accent5>
      <a:accent6>
        <a:srgbClr val="1798BB"/>
      </a:accent6>
      <a:hlink>
        <a:srgbClr val="00759E"/>
      </a:hlink>
      <a:folHlink>
        <a:srgbClr val="BFBFBF"/>
      </a:folHlink>
    </a:clrScheme>
    <a:fontScheme name="50etaf1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0etaf1x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457</TotalTime>
  <Words>158</Words>
  <Application>Microsoft Office PowerPoint</Application>
  <PresentationFormat>Widescreen</PresentationFormat>
  <Paragraphs>40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等线</vt:lpstr>
      <vt:lpstr>微软雅黑</vt:lpstr>
      <vt:lpstr>Angsana New</vt:lpstr>
      <vt:lpstr>Arial</vt:lpstr>
      <vt:lpstr>Bookman Old Style</vt:lpstr>
      <vt:lpstr>Cascadia Code SemiBold</vt:lpstr>
      <vt:lpstr>Century Gothic</vt:lpstr>
      <vt:lpstr>Times New Roman</vt:lpstr>
      <vt:lpstr>Wingdings</vt:lpstr>
      <vt:lpstr>www.freeppt7.com</vt:lpstr>
      <vt:lpstr>www.jpppt.com</vt:lpstr>
      <vt:lpstr>PowerPoint Presentation</vt:lpstr>
      <vt:lpstr>PowerPoint Presentation</vt:lpstr>
      <vt:lpstr>Introduction</vt:lpstr>
      <vt:lpstr>Problem Identification</vt:lpstr>
      <vt:lpstr>Background/Need for the Project </vt:lpstr>
      <vt:lpstr>Existing System </vt:lpstr>
      <vt:lpstr>Objectives/Proposed Idea </vt:lpstr>
      <vt:lpstr>Project plan/Next step</vt:lpstr>
      <vt:lpstr>Applications of the Project </vt:lpstr>
      <vt:lpstr>SDG goals mapped with the project 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M R</dc:creator>
  <cp:lastModifiedBy>Lakshmi M R</cp:lastModifiedBy>
  <cp:revision>19</cp:revision>
  <dcterms:created xsi:type="dcterms:W3CDTF">2017-08-18T03:02:00Z</dcterms:created>
  <dcterms:modified xsi:type="dcterms:W3CDTF">2026-09-24T04:02:33Z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29a32c-a53b-47aa-9a3f-2a2bee8160ac_Enabled">
    <vt:lpwstr>true</vt:lpwstr>
  </property>
  <property fmtid="{D5CDD505-2E9C-101B-9397-08002B2CF9AE}" pid="3" name="MSIP_Label_da29a32c-a53b-47aa-9a3f-2a2bee8160ac_SetDate">
    <vt:lpwstr>2023-04-24T16:23:40Z</vt:lpwstr>
  </property>
  <property fmtid="{D5CDD505-2E9C-101B-9397-08002B2CF9AE}" pid="4" name="MSIP_Label_da29a32c-a53b-47aa-9a3f-2a2bee8160ac_Method">
    <vt:lpwstr>Privileged</vt:lpwstr>
  </property>
  <property fmtid="{D5CDD505-2E9C-101B-9397-08002B2CF9AE}" pid="5" name="MSIP_Label_da29a32c-a53b-47aa-9a3f-2a2bee8160ac_Name">
    <vt:lpwstr>Privatelabel</vt:lpwstr>
  </property>
  <property fmtid="{D5CDD505-2E9C-101B-9397-08002B2CF9AE}" pid="6" name="MSIP_Label_da29a32c-a53b-47aa-9a3f-2a2bee8160ac_SiteId">
    <vt:lpwstr>e7f10f6d-29dd-4a13-bcbd-035abd3d041c</vt:lpwstr>
  </property>
  <property fmtid="{D5CDD505-2E9C-101B-9397-08002B2CF9AE}" pid="7" name="MSIP_Label_da29a32c-a53b-47aa-9a3f-2a2bee8160ac_ActionId">
    <vt:lpwstr>9cc36502-e1bf-47ce-b3ba-341f4060ef14</vt:lpwstr>
  </property>
  <property fmtid="{D5CDD505-2E9C-101B-9397-08002B2CF9AE}" pid="8" name="MSIP_Label_da29a32c-a53b-47aa-9a3f-2a2bee8160ac_ContentBits">
    <vt:lpwstr>0</vt:lpwstr>
  </property>
</Properties>
</file>